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ClaimGuard</a:t>
            </a:r>
          </a:p>
          <a:p>
            <a:r>
              <a:rPr sz="1600" b="0">
                <a:solidFill>
                  <a:srgbClr val="475569"/>
                </a:solidFill>
                <a:latin typeface="Calibri"/>
              </a:rPr>
              <a:t>Topic 2 — Span-Level Hallucination Detection</a:t>
            </a:r>
            <a:br/>
            <a:r>
              <a:t>Raunak Rathi · M.Tech · 50% scope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LLMs/RAG still emit unsupported or contradictory spans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Need cheap span-level detectors without model internals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Benchmarks (RAGTruth) show large headroom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RAGTruth (Niu et al., ACL 2024)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Semantic entropy hallucination detection (Nature 2024)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HalluLens / FaithBench evaluation suites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Proposed Method (Implemented)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Split generated text into sentence spans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Retrieve best source evidence per span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NLI classify: SUPPORTED / CONTRADICTED / BASELESS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Aggregate hallucination rate + verdict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React verifier with color-coded span highlighting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FastAPI + SQLite verification history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DeBERTa MNLI/FEVER/ANLI (+ demo heuristics)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Dashboard KPIs: rate, score, flagged spans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Paste source financial paragraph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Paste generated summary with planted errors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Inspect highlighted contradicted/baseless spans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Review verdict and history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Upcoming Features (remaining 50%)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SelfCheckGPT and LLM-as-judge baselines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Fine-tune encoder on RAGTruth spans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Abstain / regenerate mitigation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Failure-mode taxonomy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Delivered a working span-level detector module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UI supports qualitative error analysis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Roadmap covers full Topic 2 comparison study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